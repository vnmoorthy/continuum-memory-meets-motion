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6FF4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164592" cy="2560320"/>
          </a:xfrm>
          <a:prstGeom prst="rect">
            <a:avLst/>
          </a:prstGeom>
          <a:solidFill>
            <a:srgbClr val="D6FF4B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7373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3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CONTINUUM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005840" y="2834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6F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Open Loop OS.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05840" y="3657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Open Loop Debt. Burn it with Cited Motion. Write results back into memory.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Memory Meets Motion · Agentic Workflows &amp; Stateful AI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CONTINUUM  ·  MEMORY MEETS MOTION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6FF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F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Organizations drown in residue.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3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either remembers or acts — rarely both.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3474720" cy="2194560"/>
          </a:xfrm>
          <a:prstGeom prst="rect">
            <a:avLst/>
          </a:prstGeom>
          <a:solidFill>
            <a:srgbClr val="171C2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200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without owners or next actions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2926080"/>
            <a:ext cx="3474720" cy="2194560"/>
          </a:xfrm>
          <a:prstGeom prst="rect">
            <a:avLst/>
          </a:prstGeom>
          <a:solidFill>
            <a:srgbClr val="171C2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3200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0" y="38404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commitments that evaporate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2926080"/>
            <a:ext cx="3474720" cy="2194560"/>
          </a:xfrm>
          <a:prstGeom prst="rect">
            <a:avLst/>
          </a:prstGeom>
          <a:solidFill>
            <a:srgbClr val="171C24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3200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321040" y="38404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once, forget the relationship graph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CONTINUUM  ·  MEMORY MEETS MOTION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6FF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F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Meets Motion is one loop.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context must power autonomous execution.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must write back into memory.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11064240" cy="2011680"/>
          </a:xfrm>
          <a:prstGeom prst="roundRect">
            <a:avLst>
              <a:gd name="adj" fmla="val 2273"/>
            </a:avLst>
          </a:prstGeom>
          <a:solidFill>
            <a:srgbClr val="171C2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931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F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Residue  →  Graph Memory  →  Open Loops  →  Motion  →  Write-back  →  Closed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CONTINUUM  ·  MEMORY MEETS MOTION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6FF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F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3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Continuum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knowledge graph of organizational memory that powers agents to close open loops — and gets smarter every time it acts.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3474720" cy="109728"/>
          </a:xfrm>
          <a:prstGeom prst="rect">
            <a:avLst/>
          </a:prstGeom>
          <a:solidFill>
            <a:srgbClr val="6EA8F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127248"/>
            <a:ext cx="3474720" cy="2194560"/>
          </a:xfrm>
          <a:prstGeom prst="rect">
            <a:avLst/>
          </a:prstGeom>
          <a:solidFill>
            <a:srgbClr val="171C2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383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9319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People, projects, decisions, artifacts, loops as a property graph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3017520"/>
            <a:ext cx="3474720" cy="109728"/>
          </a:xfrm>
          <a:prstGeom prst="rect">
            <a:avLst/>
          </a:prstGeom>
          <a:solidFill>
            <a:srgbClr val="D6FF4B"/>
          </a:solidFill>
          <a:ln/>
        </p:spPr>
      </p:sp>
      <p:sp>
        <p:nvSpPr>
          <p:cNvPr id="11" name="Shape 9"/>
          <p:cNvSpPr/>
          <p:nvPr/>
        </p:nvSpPr>
        <p:spPr>
          <a:xfrm>
            <a:off x="4297680" y="3127248"/>
            <a:ext cx="3474720" cy="2194560"/>
          </a:xfrm>
          <a:prstGeom prst="rect">
            <a:avLst/>
          </a:prstGeom>
          <a:solidFill>
            <a:srgbClr val="171C24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3383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F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6280" y="39319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loops carry context, priority, and suggested actions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3017520"/>
            <a:ext cx="3474720" cy="109728"/>
          </a:xfrm>
          <a:prstGeom prst="rect">
            <a:avLst/>
          </a:prstGeom>
          <a:solidFill>
            <a:srgbClr val="FF8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0" y="3127248"/>
            <a:ext cx="3474720" cy="2194560"/>
          </a:xfrm>
          <a:prstGeom prst="rect">
            <a:avLst/>
          </a:prstGeom>
          <a:solidFill>
            <a:srgbClr val="171C24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383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75320" y="39319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RocketRide-compatible pipelines retrieve, act, and write back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CONTINUUM  ·  MEMORY MEETS MOTION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6FF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F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world: Northstar × Acme Health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20040" cy="320040"/>
          </a:xfrm>
          <a:prstGeom prst="ellipse">
            <a:avLst/>
          </a:prstGeom>
          <a:solidFill>
            <a:srgbClr val="D6FF4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299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C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graph links Maya, Sam, Acme renewal, QBR notes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320040" cy="320040"/>
          </a:xfrm>
          <a:prstGeom prst="ellipse">
            <a:avLst/>
          </a:prstGeom>
          <a:solidFill>
            <a:srgbClr val="D6FF4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529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C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loop: Draft Acme renewal-risk brief for Maya (P1)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320040" cy="320040"/>
          </a:xfrm>
          <a:prstGeom prst="ellipse">
            <a:avLst/>
          </a:prstGeom>
          <a:solidFill>
            <a:srgbClr val="D6FF4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6758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C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3611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 starts the close-open-loop Motion pipeline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4480560"/>
            <a:ext cx="320040" cy="320040"/>
          </a:xfrm>
          <a:prstGeom prst="ellipse">
            <a:avLst/>
          </a:prstGeom>
          <a:solidFill>
            <a:srgbClr val="D6FF4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4988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C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4434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writes back; loop status becomes closed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CONTINUUM  ·  MEMORY MEETS MOTION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6FF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F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PIPELINE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close-open-loop.json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566160" cy="1737360"/>
          </a:xfrm>
          <a:prstGeom prst="rect">
            <a:avLst/>
          </a:prstGeom>
          <a:solidFill>
            <a:srgbClr val="171C2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031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subgraph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66160" cy="1737360"/>
          </a:xfrm>
          <a:prstGeom prst="rect">
            <a:avLst/>
          </a:prstGeom>
          <a:solidFill>
            <a:srgbClr val="171C2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1031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2468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2926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 &amp; pressure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83880" y="1828800"/>
            <a:ext cx="3566160" cy="1737360"/>
          </a:xfrm>
          <a:prstGeom prst="rect">
            <a:avLst/>
          </a:prstGeom>
          <a:solidFill>
            <a:srgbClr val="171C24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21031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0" y="2468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412480" y="2926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web context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3840480"/>
            <a:ext cx="3566160" cy="1737360"/>
          </a:xfrm>
          <a:prstGeom prst="rect">
            <a:avLst/>
          </a:prstGeom>
          <a:solidFill>
            <a:srgbClr val="171C24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114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480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31520" y="4937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artifact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343400" y="3840480"/>
            <a:ext cx="3566160" cy="1737360"/>
          </a:xfrm>
          <a:prstGeom prst="rect">
            <a:avLst/>
          </a:prstGeom>
          <a:solidFill>
            <a:srgbClr val="171C2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4114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0" y="4480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572000" y="4937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loop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183880" y="3840480"/>
            <a:ext cx="3566160" cy="1737360"/>
          </a:xfrm>
          <a:prstGeom prst="rect">
            <a:avLst/>
          </a:prstGeom>
          <a:solidFill>
            <a:srgbClr val="171C24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0" y="4114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12480" y="4480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412480" y="4937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result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CONTINUUM  ·  MEMORY MEETS MOTION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6FF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F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executive brief.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3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closed loop.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3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smarter graph.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doesn’t end in chat. It ends as durable memory — artifacts, edges, and status the next agent can trust.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4663440"/>
            <a:ext cx="11064240" cy="1097280"/>
          </a:xfrm>
          <a:prstGeom prst="rect">
            <a:avLst/>
          </a:prstGeom>
          <a:solidFill>
            <a:srgbClr val="171C2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F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cue: switch to /app/runs and scroll the generated Acme Renewal Risk Brief.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CONTINUUM  ·  MEMORY MEETS MOTION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6FF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F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Stateful substrate for agentic 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868680"/>
          </a:xfrm>
          <a:prstGeom prst="rect">
            <a:avLst/>
          </a:prstGeom>
          <a:solidFill>
            <a:srgbClr val="171C2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37360"/>
            <a:ext cx="137160" cy="868680"/>
          </a:xfrm>
          <a:prstGeom prst="rect">
            <a:avLst/>
          </a:prstGeom>
          <a:solidFill>
            <a:srgbClr val="D6FF4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74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0" y="187452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· Graph · Loops · Runs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1064240" cy="868680"/>
          </a:xfrm>
          <a:prstGeom prst="rect">
            <a:avLst/>
          </a:prstGeom>
          <a:solidFill>
            <a:srgbClr val="171C24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743200"/>
            <a:ext cx="137160" cy="868680"/>
          </a:xfrm>
          <a:prstGeom prst="rect">
            <a:avLst/>
          </a:prstGeom>
          <a:solidFill>
            <a:srgbClr val="6EA8F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880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+ SSE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0" y="28803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surface + live telemetry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64240" cy="868680"/>
          </a:xfrm>
          <a:prstGeom prst="rect">
            <a:avLst/>
          </a:prstGeom>
          <a:solidFill>
            <a:srgbClr val="171C24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749040"/>
            <a:ext cx="137160" cy="868680"/>
          </a:xfrm>
          <a:prstGeom prst="rect">
            <a:avLst/>
          </a:prstGeom>
          <a:solidFill>
            <a:srgbClr val="6EA8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886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Plane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9200" y="388620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store · search · subgraph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11064240" cy="868680"/>
          </a:xfrm>
          <a:prstGeom prst="rect">
            <a:avLst/>
          </a:prstGeom>
          <a:solidFill>
            <a:srgbClr val="171C2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754880"/>
            <a:ext cx="137160" cy="868680"/>
          </a:xfrm>
          <a:prstGeom prst="rect">
            <a:avLst/>
          </a:prstGeom>
          <a:solidFill>
            <a:srgbClr val="FF8F5A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892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Plane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29200" y="489204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runtime · artifacts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CONTINUUM  ·  MEMORY MEETS MOTION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6FF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F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STACK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Sponsor-native by design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94960" cy="1554480"/>
          </a:xfrm>
          <a:prstGeom prst="rect">
            <a:avLst/>
          </a:prstGeom>
          <a:solidFill>
            <a:srgbClr val="171C2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402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6F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RocketRide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 Motion pipelines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09360" y="1920240"/>
            <a:ext cx="5394960" cy="1554480"/>
          </a:xfrm>
          <a:prstGeom prst="rect">
            <a:avLst/>
          </a:prstGeom>
          <a:solidFill>
            <a:srgbClr val="171C24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22402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6F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FalkorDB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629400" y="27432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Low-latency graph memory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5394960" cy="1554480"/>
          </a:xfrm>
          <a:prstGeom prst="rect">
            <a:avLst/>
          </a:prstGeom>
          <a:solidFill>
            <a:srgbClr val="171C24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0690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6F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Linkup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68680" y="45720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web context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09360" y="3749040"/>
            <a:ext cx="5394960" cy="1554480"/>
          </a:xfrm>
          <a:prstGeom prst="rect">
            <a:avLst/>
          </a:prstGeom>
          <a:solidFill>
            <a:srgbClr val="171C24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40690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6F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LaserData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629400" y="45720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event streams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CONTINUUM  ·  MEMORY MEETS MOTION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6FF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F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LOOP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3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Continuum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that moves.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questions welcome.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4846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F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github.com/vnmoorthy/continuum-memory-meets-motion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CONTINUUM  ·  MEMORY MEETS MOTION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Continuum — Memory Meets Motion</dc:title>
  <dc:subject>Hackathon pitch deck</dc:subject>
  <dc:creator>Continuum</dc:creator>
  <cp:lastModifiedBy>Continuum</cp:lastModifiedBy>
  <cp:revision>1</cp:revision>
  <dcterms:created xsi:type="dcterms:W3CDTF">2026-08-03T21:07:50Z</dcterms:created>
  <dcterms:modified xsi:type="dcterms:W3CDTF">2026-08-03T21:07:50Z</dcterms:modified>
</cp:coreProperties>
</file>