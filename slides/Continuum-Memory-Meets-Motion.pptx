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417320"/>
            <a:ext cx="109728" cy="310896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55448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5156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 Loop OS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51560" y="34290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unfinished work as Open Loop Debt.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it with Cited Motion. Write results back into memory.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Meets Motion  ·  Agentic Workflows &amp; Stateful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Residue piles up.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either remembers or acts — rarely both.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356616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907792"/>
            <a:ext cx="3566160" cy="22860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00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38404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without owners or next actions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34840" y="2834640"/>
            <a:ext cx="3566160" cy="73152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434840" y="2907792"/>
            <a:ext cx="3566160" cy="22860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3200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Promises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09160" y="38404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commitments that evaporate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0" y="2834640"/>
            <a:ext cx="356616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2907792"/>
            <a:ext cx="3566160" cy="22860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3200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03920" y="38404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once, forget the relationship graph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Meets Motion is one loop.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context must power autonomous execution.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must write back into memory — or the debt returns.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10881360" cy="192024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Residue  →  Graph Memory  →  Open Loops  →  Motion  →  Write-back  →  Closed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Loop OS — a knowledge graph of organizational memory that powers agents to close unfinished work, with citations, then gets smarter every time it acts.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3566160" cy="9144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3017520"/>
            <a:ext cx="3566160" cy="22860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246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37947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projects, decisions, artifacts, loops as a property graph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34840" y="2926080"/>
            <a:ext cx="3566160" cy="9144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4" name="Shape 12"/>
          <p:cNvSpPr/>
          <p:nvPr/>
        </p:nvSpPr>
        <p:spPr>
          <a:xfrm>
            <a:off x="4434840" y="3017520"/>
            <a:ext cx="3566160" cy="22860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5" name="Text 13"/>
          <p:cNvSpPr/>
          <p:nvPr/>
        </p:nvSpPr>
        <p:spPr>
          <a:xfrm>
            <a:off x="4690872" y="3246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90872" y="37947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loops scored by priority × age × unique $ at risk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0" y="2926080"/>
            <a:ext cx="3566160" cy="91440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0" y="3017520"/>
            <a:ext cx="3566160" cy="22860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9" name="Text 17"/>
          <p:cNvSpPr/>
          <p:nvPr/>
        </p:nvSpPr>
        <p:spPr>
          <a:xfrm>
            <a:off x="8485632" y="3246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85632" y="37947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agents retrieve, act, write back — debt burns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 world: Northstar × Acme Health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828800"/>
            <a:ext cx="91440" cy="82296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0299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20299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Maya, Sam, Acme renewal, QBR notes — linked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788920"/>
            <a:ext cx="91440" cy="822960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08960" y="29900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$268k unique risk · Acme $220k counted once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881360" cy="822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749040"/>
            <a:ext cx="91440" cy="82296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95020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08960" y="395020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Acme renewal-risk brief for Maya (P1)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10881360" cy="822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709160"/>
            <a:ext cx="91440" cy="822960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9103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108960" y="49103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→ Cited Motion → write-back → debt drops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PIPELINE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close-open-loop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611880" cy="18288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1947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" y="2331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subgraph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34840" y="1691640"/>
            <a:ext cx="3611880" cy="18288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1947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2331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90872" y="2834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&amp; pressure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611880" cy="18288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1947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85632" y="2331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Enrich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485632" y="2834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Linkup context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3749040"/>
            <a:ext cx="3611880" cy="18288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0050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6112" y="4389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96112" y="4892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artifact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611880" cy="18288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5" name="Text 23"/>
          <p:cNvSpPr/>
          <p:nvPr/>
        </p:nvSpPr>
        <p:spPr>
          <a:xfrm>
            <a:off x="4690872" y="40050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90872" y="4389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690872" y="4892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29600" y="3749040"/>
            <a:ext cx="3611880" cy="182880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9" name="Text 27"/>
          <p:cNvSpPr/>
          <p:nvPr/>
        </p:nvSpPr>
        <p:spPr>
          <a:xfrm>
            <a:off x="8485632" y="40050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85632" y="4389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Notify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485632" y="4892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+ Guild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executive brief.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closed loop.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smarter graph.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doesn’t end in chat. It ends as durable memory — artifacts, edges, and status the next agent can trust. Citations are inspectable. Debt is measurable.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4663440"/>
            <a:ext cx="10881360" cy="10515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9377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cue: /app → Close My Morning → /app/runs → scroll ## Citations → debt before→after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Stateful substrate for agentic work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10881360" cy="8686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45920"/>
            <a:ext cx="109728" cy="86868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8470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184708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· Graph · Loops · Runs · Settings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2651760"/>
            <a:ext cx="10881360" cy="8686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651760"/>
            <a:ext cx="109728" cy="86868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8529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0" y="285292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SSE · Zod contracts · demo sessions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8686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657600"/>
            <a:ext cx="109728" cy="86868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8587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0" y="385876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WAL · optional FalkorDB mirror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10881360" cy="8686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663440"/>
            <a:ext cx="109728" cy="868680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8646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57600" y="486460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Leased jobs · RocketRide · Linkup · Laser · Guild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SDKS — ALL WIRED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clients. Honest DEMO fallbacks.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611880" cy="17830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RocketRide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submit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34840" y="1691640"/>
            <a:ext cx="3611880" cy="17830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34840" y="169164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FalkorDB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0916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mirror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611880" cy="17830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1691640"/>
            <a:ext cx="3611880" cy="73152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Linkup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0392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research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3611880" cy="17830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70332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LaserData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streams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34840" y="3703320"/>
            <a:ext cx="3611880" cy="17830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5" name="Shape 23"/>
          <p:cNvSpPr/>
          <p:nvPr/>
        </p:nvSpPr>
        <p:spPr>
          <a:xfrm>
            <a:off x="4434840" y="3703320"/>
            <a:ext cx="3611880" cy="73152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114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Guild.ai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709160" y="4709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runs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29600" y="3703320"/>
            <a:ext cx="3611880" cy="178308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9" name="Shape 27"/>
          <p:cNvSpPr/>
          <p:nvPr/>
        </p:nvSpPr>
        <p:spPr>
          <a:xfrm>
            <a:off x="8229600" y="370332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114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Snyk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503920" y="4709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828800"/>
            <a:ext cx="5486400" cy="457200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840480"/>
            <a:ext cx="5029200" cy="4114800"/>
          </a:xfrm>
          <a:prstGeom prst="ellipse">
            <a:avLst/>
          </a:prstGeom>
          <a:solidFill>
            <a:srgbClr val="2A1A12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828800"/>
            <a:ext cx="109728" cy="256032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3774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that moves.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5156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github.com/vnmoorthy/continuum-memory-meets-motion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6355080"/>
            <a:ext cx="1106424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Continuum — Open Loop OS</dc:title>
  <dc:subject>Memory Meets Motion pitch deck</dc:subject>
  <dc:creator>vnmoorthy</dc:creator>
  <cp:lastModifiedBy>vnmoorthy</cp:lastModifiedBy>
  <cp:revision>1</cp:revision>
  <dcterms:created xsi:type="dcterms:W3CDTF">2026-08-03T22:02:59Z</dcterms:created>
  <dcterms:modified xsi:type="dcterms:W3CDTF">2026-08-03T22:02:59Z</dcterms:modified>
</cp:coreProperties>
</file>