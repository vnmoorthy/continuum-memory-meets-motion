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25880"/>
            <a:ext cx="109728" cy="329184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417320"/>
            <a:ext cx="10241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1051560" y="25146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Open Loop OS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051560" y="3246120"/>
            <a:ext cx="96012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a $220k renewal sitting in someone’s notes.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doesn’t summarize it.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finishes it.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4754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Meets Motion  ·  3 minutes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FEELING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144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work didn’t fail.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just… never finished.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356616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862072"/>
            <a:ext cx="3566160" cy="233172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1089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meeting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3703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notes. Zero owners. Zero next actions that stick.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434840" y="2788920"/>
            <a:ext cx="3566160" cy="73152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2862072"/>
            <a:ext cx="3566160" cy="233172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31089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3703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“I’ll send that brief Friday.” Friday becomes never.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0" y="2788920"/>
            <a:ext cx="356616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2862072"/>
            <a:ext cx="3566160" cy="233172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310896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agent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03920" y="370332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chats. It drafts. Then it forgets the relationship.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BUG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Loop Debt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Unfinished work that compounds quietly — until a renewal slips,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 goes quiet, or a Friday brief never lands.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3383280"/>
            <a:ext cx="108813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7033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Chatbots remember fragments.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apps track tickets.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nothing measures unfinished work — then closes it with memory that lasts.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CONTINUUM 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Memory that moves.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05156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of people, projects, and decisions.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loops scored by priority × age × dollars at risk.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Motion that writes the result back — so debt actually drops.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3566160" cy="91440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383280"/>
            <a:ext cx="35661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EC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MEMORY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96112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graph — not another chat log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434840" y="3291840"/>
            <a:ext cx="3566160" cy="9144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434840" y="3383280"/>
            <a:ext cx="35661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4" name="Text 12"/>
          <p:cNvSpPr/>
          <p:nvPr/>
        </p:nvSpPr>
        <p:spPr>
          <a:xfrm>
            <a:off x="469087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DEBT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90872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$220k before it becomes a surprise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0" y="3291840"/>
            <a:ext cx="3566160" cy="91440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0" y="3383280"/>
            <a:ext cx="3566160" cy="19659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8" name="Text 16"/>
          <p:cNvSpPr/>
          <p:nvPr/>
        </p:nvSpPr>
        <p:spPr>
          <a:xfrm>
            <a:off x="848563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E895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85632" y="4114800"/>
            <a:ext cx="3063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loop. Cite every claim. Write back.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STAKES IN THIS ROOM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$220,000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Health renewal — sitting in open loops right now.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880360"/>
            <a:ext cx="10881360" cy="749808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880360"/>
            <a:ext cx="91440" cy="749808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566160" y="306324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Friday-ready risk brief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749040"/>
            <a:ext cx="10881360" cy="749808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749040"/>
            <a:ext cx="91440" cy="749808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931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566160" y="39319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onboarding gaps in the QBR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10881360" cy="749808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617720"/>
            <a:ext cx="91440" cy="7498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800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480060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remembers both — and the unfinished work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THIS — 75 SECONDS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My Morning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116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92024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Debt score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2697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Open Loop Debt + $ at risk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169164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116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589520" y="2057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click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29400" y="2697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My Morning queues Cited Motion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9776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92024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run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60120" y="4663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→ reason → research → artifact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309360" y="3657600"/>
            <a:ext cx="539496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0" name="Text 18"/>
          <p:cNvSpPr/>
          <p:nvPr/>
        </p:nvSpPr>
        <p:spPr>
          <a:xfrm>
            <a:off x="6629400" y="397764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58952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wow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629400" y="4663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 Citations + debt before → after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JUST HAPPENED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chat reply.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closed loop.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685800" y="2770632"/>
            <a:ext cx="256032" cy="256032"/>
          </a:xfrm>
          <a:prstGeom prst="ellipse">
            <a:avLst/>
          </a:prstGeom>
          <a:solidFill>
            <a:srgbClr val="5EC8C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6974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renewal-risk brief Maya can actually send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85800" y="3456432"/>
            <a:ext cx="256032" cy="256032"/>
          </a:xfrm>
          <a:prstGeom prst="ellipse">
            <a:avLst/>
          </a:prstGeom>
          <a:solidFill>
            <a:srgbClr val="5EC8C0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3832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tied to a memory node she can inspect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85800" y="4142232"/>
            <a:ext cx="256032" cy="256032"/>
          </a:xfrm>
          <a:prstGeom prst="ellipse">
            <a:avLst/>
          </a:prstGeom>
          <a:solidFill>
            <a:srgbClr val="E4FF5C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40690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marked closed — debt number went down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828032"/>
            <a:ext cx="256032" cy="256032"/>
          </a:xfrm>
          <a:prstGeom prst="ellipse">
            <a:avLst/>
          </a:prstGeom>
          <a:solidFill>
            <a:srgbClr val="5EC8C0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" y="4754880"/>
            <a:ext cx="1024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artifact written back into the graph for next time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BELONGS AT MEMORY MEETS MOTION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86868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Sponsor clients — actually wired.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69164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RocketRide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pipelines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34840" y="169164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2" name="Shape 10"/>
          <p:cNvSpPr/>
          <p:nvPr/>
        </p:nvSpPr>
        <p:spPr>
          <a:xfrm>
            <a:off x="4434840" y="169164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FalkorDB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0916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memory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0" y="169164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169164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214884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Linkup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503920" y="26974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research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365760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41148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LaserData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4400" y="46634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streams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365760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4" name="Shape 22"/>
          <p:cNvSpPr/>
          <p:nvPr/>
        </p:nvSpPr>
        <p:spPr>
          <a:xfrm>
            <a:off x="4434840" y="3657600"/>
            <a:ext cx="3611880" cy="73152"/>
          </a:xfrm>
          <a:prstGeom prst="rect">
            <a:avLst/>
          </a:prstGeom>
          <a:solidFill>
            <a:srgbClr val="5EC8C0"/>
          </a:solidFill>
          <a:ln/>
        </p:spPr>
      </p:sp>
      <p:sp>
        <p:nvSpPr>
          <p:cNvPr id="25" name="Text 23"/>
          <p:cNvSpPr/>
          <p:nvPr/>
        </p:nvSpPr>
        <p:spPr>
          <a:xfrm>
            <a:off x="4709160" y="41148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Guild.ai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709160" y="46634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runs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229600" y="3657600"/>
            <a:ext cx="3611880" cy="17373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28" name="Shape 26"/>
          <p:cNvSpPr/>
          <p:nvPr/>
        </p:nvSpPr>
        <p:spPr>
          <a:xfrm>
            <a:off x="8229600" y="3657600"/>
            <a:ext cx="3611880" cy="73152"/>
          </a:xfrm>
          <a:prstGeom prst="rect">
            <a:avLst/>
          </a:prstGeom>
          <a:solidFill>
            <a:srgbClr val="E8956C"/>
          </a:solidFill>
          <a:ln/>
        </p:spPr>
      </p:sp>
      <p:sp>
        <p:nvSpPr>
          <p:cNvPr id="29" name="Text 27"/>
          <p:cNvSpPr/>
          <p:nvPr/>
        </p:nvSpPr>
        <p:spPr>
          <a:xfrm>
            <a:off x="8503920" y="411480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Snyk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503920" y="466344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safely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840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UNFAIR PART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measure unfinished work.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we make it finish.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mode stays honest when keys aren’t present.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mode lights up RocketRide, FalkorDB, Linkup, Laser, Guild, Snyk.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way: debt is real, citations are inspectable, write-back is the product.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572000"/>
            <a:ext cx="10881360" cy="1051560"/>
          </a:xfrm>
          <a:prstGeom prst="rect">
            <a:avLst/>
          </a:prstGeom>
          <a:solidFill>
            <a:srgbClr val="0E1218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4FF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another chatbot. The Open Loop OS.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943600" cy="4754880"/>
          </a:xfrm>
          <a:prstGeom prst="ellipse">
            <a:avLst/>
          </a:prstGeom>
          <a:solidFill>
            <a:srgbClr val="0A2A2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3657600"/>
            <a:ext cx="5303520" cy="4389120"/>
          </a:xfrm>
          <a:prstGeom prst="ellipse">
            <a:avLst/>
          </a:prstGeom>
          <a:solidFill>
            <a:srgbClr val="2A1A12">
              <a:alpha val="5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737360"/>
            <a:ext cx="109728" cy="2743200"/>
          </a:xfrm>
          <a:prstGeom prst="rect">
            <a:avLst/>
          </a:prstGeom>
          <a:solidFill>
            <a:srgbClr val="E4FF5C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LOOP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28600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dirty="0">
                <a:solidFill>
                  <a:srgbClr val="ECE6D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Continuum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105156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that moves.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burn some debt.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github.com/vnmoorthy/continuum-memory-meets-motion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" y="6355080"/>
            <a:ext cx="10972800" cy="9144"/>
          </a:xfrm>
          <a:prstGeom prst="rect">
            <a:avLst/>
          </a:prstGeom>
          <a:solidFill>
            <a:srgbClr val="222831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644652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A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CONTINUUM  ·  OPEN LOOP OS  ·  MEMORY MEETS MOTION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822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4F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Continuum — Open Loop OS</dc:title>
  <dc:subject>Memory Meets Motion · 3-minute pitch</dc:subject>
  <dc:creator>vnmoorthy</dc:creator>
  <cp:lastModifiedBy>vnmoorthy</cp:lastModifiedBy>
  <cp:revision>1</cp:revision>
  <dcterms:created xsi:type="dcterms:W3CDTF">2026-08-03T22:13:31Z</dcterms:created>
  <dcterms:modified xsi:type="dcterms:W3CDTF">2026-08-03T22:13:31Z</dcterms:modified>
</cp:coreProperties>
</file>